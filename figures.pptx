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62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05481D-2C5F-4345-A714-5B7D904292A7}" type="datetimeFigureOut">
              <a:rPr lang="en-US" smtClean="0"/>
              <a:t>5/7/24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454060-754B-AA4B-BB5F-A93495D8B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086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FDA6F-6171-4B71-4F8E-813D2195B3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82D763-1787-C64A-1689-B8FE7BAC91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0F090-6EF4-8E15-4FA4-43845E4FF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29C0-46D7-9C4F-B6FE-8082AF6D68EE}" type="datetimeFigureOut">
              <a:rPr lang="en-US" smtClean="0"/>
              <a:t>5/7/24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05942-BF2C-CFD0-2A6C-EDA0E0E2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AF54E-9CB9-3B81-746C-C0B5718D7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26739-E0BD-F84E-BA37-050B1DEA0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159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5C5E6-788A-DA0F-ECA0-A8711AEC2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E87CC-A2E2-59EC-5CA2-2446F98A1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FC50A-FE5A-332C-80B1-0CB06C83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29C0-46D7-9C4F-B6FE-8082AF6D68EE}" type="datetimeFigureOut">
              <a:rPr lang="en-US" smtClean="0"/>
              <a:t>5/7/24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79E1A-8C32-0672-5835-51103830F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6761F-0D14-2AD5-1EC2-FEF2BD1AB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26739-E0BD-F84E-BA37-050B1DEA0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675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F45CD-0FA0-09DB-012C-C68CE85C9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E2AD16-97B6-BD59-3ECB-0E7F625F8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82440-3742-3916-9045-1BAFFB32A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29C0-46D7-9C4F-B6FE-8082AF6D68EE}" type="datetimeFigureOut">
              <a:rPr lang="en-US" smtClean="0"/>
              <a:t>5/7/24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FBF9D-988F-119A-E08F-9A8295195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64B76-83E3-7803-333A-B56565A0C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26739-E0BD-F84E-BA37-050B1DEA0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043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5268E-90A3-28AF-AC7A-B1383BE22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F4CF0-A63C-082E-617D-67EC42F7C8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B0131E-3D7A-884C-7961-85E41D630C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74366-A24E-0BD5-D98F-8A9B75B5D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29C0-46D7-9C4F-B6FE-8082AF6D68EE}" type="datetimeFigureOut">
              <a:rPr lang="en-US" smtClean="0"/>
              <a:t>5/7/24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29499-A3D8-E157-95FF-175D6940C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82286-C3C8-AA15-D9D6-36F4FBE96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26739-E0BD-F84E-BA37-050B1DEA0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692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0CEE8-8F90-5F00-5450-C18BA3A6D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C04A2-B6FF-65D0-B500-D298BA611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574F5C-8856-ADCA-E8DE-E09BC59F25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BD4F50-C4AA-380B-5EDB-63609ACECB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639157-30D7-51EA-F920-2CBC0ECC91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4D3740-CDCB-E256-99DE-CA5D09EC2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29C0-46D7-9C4F-B6FE-8082AF6D68EE}" type="datetimeFigureOut">
              <a:rPr lang="en-US" smtClean="0"/>
              <a:t>5/7/24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277B47-03BE-8809-E38E-138FBC202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D2B3D5-DDCD-0DB5-9BB4-6268AC4CA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26739-E0BD-F84E-BA37-050B1DEA0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655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60903-7A7A-412E-1016-B3DDD38BD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B5AA83-6894-4A0C-4BBB-B96A8BD89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29C0-46D7-9C4F-B6FE-8082AF6D68EE}" type="datetimeFigureOut">
              <a:rPr lang="en-US" smtClean="0"/>
              <a:t>5/7/24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2FF352-9196-2F6C-5163-4EB453202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FF5137-9C5F-6B2B-B770-5B58985E2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26739-E0BD-F84E-BA37-050B1DEA0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12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7D8398-274D-E252-0F1D-7101D6E9F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29C0-46D7-9C4F-B6FE-8082AF6D68EE}" type="datetimeFigureOut">
              <a:rPr lang="en-US" smtClean="0"/>
              <a:t>5/7/24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323683-9A3A-F8DA-44CC-9145B6B7C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7CA91-7D24-E064-7D53-EBC40ED78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26739-E0BD-F84E-BA37-050B1DEA0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814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561D9-B939-7FB0-F994-4CB695FF2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928BB-530A-B209-EA42-76F10F8E4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11C963-3CE6-510A-EFDF-1BB336BED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29ADB4-CDFE-47C9-EDCA-BA92997CF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29C0-46D7-9C4F-B6FE-8082AF6D68EE}" type="datetimeFigureOut">
              <a:rPr lang="en-US" smtClean="0"/>
              <a:t>5/7/24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DCE9A-5F7F-B072-FA9C-CA84040AB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D1C2EA-3E86-88DB-F139-B12BFDD0B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26739-E0BD-F84E-BA37-050B1DEA0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562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458FC-230D-74B6-217F-2F93D89C9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289928-5C21-C4BE-F55B-E33E21ECB1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89E15B-768B-56C1-068B-8F021AA7C0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D77CB-0094-7736-8410-302ED2CFD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29C0-46D7-9C4F-B6FE-8082AF6D68EE}" type="datetimeFigureOut">
              <a:rPr lang="en-US" smtClean="0"/>
              <a:t>5/7/24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A1CDD8-9846-ABED-B4EA-54F94A9BA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88B7F-C607-CFBC-4C6C-BC7B9AB8C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26739-E0BD-F84E-BA37-050B1DEA0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034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15DF2-8493-4A30-66BE-5A2D1C4C5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30B7E3-8BAF-5B8B-2806-868085A1B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F720C-1692-FD69-180D-DE4735E6C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29C0-46D7-9C4F-B6FE-8082AF6D68EE}" type="datetimeFigureOut">
              <a:rPr lang="en-US" smtClean="0"/>
              <a:t>5/7/24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7952B-B109-B8E4-81D9-19F9C89EA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33F23-65FE-98A0-4A44-8C311C010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26739-E0BD-F84E-BA37-050B1DEA0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683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026EA8-0DA6-D1BB-3B56-5C40515EF2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964492-AA4E-41BA-F00F-21E757242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1FD16-3D6A-51C7-3BAB-FA80D6C04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29C0-46D7-9C4F-B6FE-8082AF6D68EE}" type="datetimeFigureOut">
              <a:rPr lang="en-US" smtClean="0"/>
              <a:t>5/7/24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942A5-5299-3C41-2DED-6667E160D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B530A-DBA8-0A1F-388F-13AD96549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26739-E0BD-F84E-BA37-050B1DEA0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084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1DCB8F-7FB9-0D27-75DF-B73E1D02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5A787A-47B8-C80C-7FE3-B56C91437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6FD6D-0C98-C996-A0A3-2CAB181C09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E129C0-46D7-9C4F-B6FE-8082AF6D68EE}" type="datetimeFigureOut">
              <a:rPr lang="en-US" smtClean="0"/>
              <a:t>5/7/24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E26B8-5793-CD71-010B-70788E53A8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131CE-F8D6-E510-284A-41C87D40DA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226739-E0BD-F84E-BA37-050B1DEA0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221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473606-07AE-D15D-86E9-9FC8A4F481C1}"/>
              </a:ext>
            </a:extLst>
          </p:cNvPr>
          <p:cNvSpPr txBox="1"/>
          <p:nvPr/>
        </p:nvSpPr>
        <p:spPr>
          <a:xfrm>
            <a:off x="1269690" y="4720460"/>
            <a:ext cx="175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Reference</a:t>
            </a:r>
            <a:r>
              <a:rPr lang="zh-CN" altLang="en-US" dirty="0"/>
              <a:t> </a:t>
            </a:r>
            <a:r>
              <a:rPr lang="en-US" altLang="zh-CN" dirty="0"/>
              <a:t>color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005AB3D-AA0B-11A7-5205-58CED15CEFD6}"/>
              </a:ext>
            </a:extLst>
          </p:cNvPr>
          <p:cNvCxnSpPr>
            <a:cxnSpLocks/>
          </p:cNvCxnSpPr>
          <p:nvPr/>
        </p:nvCxnSpPr>
        <p:spPr>
          <a:xfrm>
            <a:off x="3444892" y="2942897"/>
            <a:ext cx="0" cy="2070537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7E7E07E-1798-2907-DFEF-288D267B5A21}"/>
              </a:ext>
            </a:extLst>
          </p:cNvPr>
          <p:cNvCxnSpPr/>
          <p:nvPr/>
        </p:nvCxnSpPr>
        <p:spPr>
          <a:xfrm>
            <a:off x="4692783" y="4000906"/>
            <a:ext cx="0" cy="45720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F8296A-C222-61FF-F950-C91E7D5E48D9}"/>
              </a:ext>
            </a:extLst>
          </p:cNvPr>
          <p:cNvCxnSpPr/>
          <p:nvPr/>
        </p:nvCxnSpPr>
        <p:spPr>
          <a:xfrm>
            <a:off x="9821926" y="4000906"/>
            <a:ext cx="0" cy="45720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160E574-EC55-9B3A-7C1F-FAC9CF7F0D75}"/>
              </a:ext>
            </a:extLst>
          </p:cNvPr>
          <p:cNvCxnSpPr>
            <a:cxnSpLocks/>
          </p:cNvCxnSpPr>
          <p:nvPr/>
        </p:nvCxnSpPr>
        <p:spPr>
          <a:xfrm rot="16200000">
            <a:off x="7253103" y="1678029"/>
            <a:ext cx="0" cy="512064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91B53C4-0D47-3440-9AA7-74B589522A7B}"/>
              </a:ext>
            </a:extLst>
          </p:cNvPr>
          <p:cNvSpPr/>
          <p:nvPr/>
        </p:nvSpPr>
        <p:spPr>
          <a:xfrm>
            <a:off x="7153465" y="4000906"/>
            <a:ext cx="720090" cy="4572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039692D-6E84-D3B5-37E5-84090C61619B}"/>
              </a:ext>
            </a:extLst>
          </p:cNvPr>
          <p:cNvCxnSpPr/>
          <p:nvPr/>
        </p:nvCxnSpPr>
        <p:spPr>
          <a:xfrm>
            <a:off x="7310114" y="4101188"/>
            <a:ext cx="0" cy="27432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2DF6BE9-42FD-84DF-47BC-146DDE2B883D}"/>
              </a:ext>
            </a:extLst>
          </p:cNvPr>
          <p:cNvCxnSpPr/>
          <p:nvPr/>
        </p:nvCxnSpPr>
        <p:spPr>
          <a:xfrm>
            <a:off x="7404266" y="4100930"/>
            <a:ext cx="0" cy="27432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BC3152-B052-0E6C-2B77-90A143F0FA63}"/>
              </a:ext>
            </a:extLst>
          </p:cNvPr>
          <p:cNvCxnSpPr/>
          <p:nvPr/>
        </p:nvCxnSpPr>
        <p:spPr>
          <a:xfrm>
            <a:off x="7507976" y="4102544"/>
            <a:ext cx="0" cy="27432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6">
            <a:extLst>
              <a:ext uri="{FF2B5EF4-FFF2-40B4-BE49-F238E27FC236}">
                <a16:creationId xmlns:a16="http://schemas.microsoft.com/office/drawing/2014/main" id="{7125D07B-20CE-226A-4310-BD81BFBEF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UI</a:t>
            </a:r>
            <a:r>
              <a:rPr lang="zh-CN" altLang="en-US" dirty="0"/>
              <a:t> </a:t>
            </a:r>
            <a:r>
              <a:rPr lang="en-US" altLang="zh-CN" dirty="0"/>
              <a:t>demonstration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F03B66-C69F-AD05-A272-CF6B0E84D954}"/>
              </a:ext>
            </a:extLst>
          </p:cNvPr>
          <p:cNvSpPr/>
          <p:nvPr/>
        </p:nvSpPr>
        <p:spPr>
          <a:xfrm>
            <a:off x="1905101" y="3205654"/>
            <a:ext cx="651402" cy="65140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08CD9A-0030-F4D7-5FC9-5F2E0D013E87}"/>
              </a:ext>
            </a:extLst>
          </p:cNvPr>
          <p:cNvSpPr txBox="1"/>
          <p:nvPr/>
        </p:nvSpPr>
        <p:spPr>
          <a:xfrm>
            <a:off x="3904629" y="4720460"/>
            <a:ext cx="8161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Please</a:t>
            </a:r>
            <a:r>
              <a:rPr lang="zh-CN" altLang="en-US" b="1" dirty="0"/>
              <a:t> </a:t>
            </a:r>
            <a:r>
              <a:rPr lang="en-US" altLang="zh-CN" b="1" dirty="0"/>
              <a:t>slide</a:t>
            </a:r>
            <a:r>
              <a:rPr lang="zh-CN" altLang="en-US" b="1" dirty="0"/>
              <a:t> </a:t>
            </a:r>
            <a:r>
              <a:rPr lang="en-US" altLang="zh-CN" b="1" dirty="0"/>
              <a:t>the</a:t>
            </a:r>
            <a:r>
              <a:rPr lang="zh-CN" altLang="en-US" b="1" dirty="0"/>
              <a:t> </a:t>
            </a:r>
            <a:r>
              <a:rPr lang="en-US" altLang="zh-CN" b="1" dirty="0"/>
              <a:t>bar</a:t>
            </a:r>
            <a:r>
              <a:rPr lang="zh-CN" altLang="en-US" b="1" dirty="0"/>
              <a:t> </a:t>
            </a:r>
            <a:r>
              <a:rPr lang="en-US" altLang="zh-CN" b="1" dirty="0"/>
              <a:t>until</a:t>
            </a:r>
            <a:r>
              <a:rPr lang="zh-CN" altLang="en-US" b="1" dirty="0"/>
              <a:t> </a:t>
            </a:r>
            <a:r>
              <a:rPr lang="en-US" altLang="zh-CN" b="1" dirty="0"/>
              <a:t>the</a:t>
            </a:r>
            <a:r>
              <a:rPr lang="zh-CN" altLang="en-US" b="1" dirty="0"/>
              <a:t> </a:t>
            </a:r>
            <a:r>
              <a:rPr lang="en-US" altLang="zh-CN" b="1" dirty="0"/>
              <a:t>color</a:t>
            </a:r>
            <a:r>
              <a:rPr lang="zh-CN" altLang="en-US" b="1" dirty="0"/>
              <a:t> </a:t>
            </a:r>
            <a:r>
              <a:rPr lang="en-US" altLang="zh-CN" b="1" dirty="0"/>
              <a:t>becomes</a:t>
            </a:r>
            <a:r>
              <a:rPr lang="zh-CN" altLang="en-US" b="1" dirty="0"/>
              <a:t> </a:t>
            </a:r>
            <a:r>
              <a:rPr lang="en-US" altLang="zh-CN" b="1" dirty="0"/>
              <a:t>dissimilar</a:t>
            </a:r>
            <a:r>
              <a:rPr lang="zh-CN" altLang="en-US" b="1" dirty="0"/>
              <a:t> </a:t>
            </a:r>
            <a:r>
              <a:rPr lang="en-US" altLang="zh-CN" b="1" dirty="0"/>
              <a:t>to</a:t>
            </a:r>
            <a:r>
              <a:rPr lang="zh-CN" altLang="en-US" b="1" dirty="0"/>
              <a:t> </a:t>
            </a:r>
            <a:r>
              <a:rPr lang="en-US" altLang="zh-CN" b="1" dirty="0"/>
              <a:t>the</a:t>
            </a:r>
            <a:r>
              <a:rPr lang="zh-CN" altLang="en-US" b="1" dirty="0"/>
              <a:t> </a:t>
            </a:r>
            <a:r>
              <a:rPr lang="en-US" altLang="zh-CN" b="1" dirty="0"/>
              <a:t>reference</a:t>
            </a:r>
            <a:r>
              <a:rPr lang="zh-CN" altLang="en-US" b="1" dirty="0"/>
              <a:t> </a:t>
            </a:r>
            <a:r>
              <a:rPr lang="en-US" altLang="zh-CN" b="1" dirty="0"/>
              <a:t>color</a:t>
            </a:r>
            <a:endParaRPr lang="en-US" b="1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32D6AE-A6AA-0EBC-767C-CB967F5EF2D7}"/>
              </a:ext>
            </a:extLst>
          </p:cNvPr>
          <p:cNvSpPr/>
          <p:nvPr/>
        </p:nvSpPr>
        <p:spPr>
          <a:xfrm>
            <a:off x="4367082" y="3179680"/>
            <a:ext cx="651402" cy="65140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230319-FAFE-5B08-4EA7-6B61DD189FE3}"/>
              </a:ext>
            </a:extLst>
          </p:cNvPr>
          <p:cNvSpPr/>
          <p:nvPr/>
        </p:nvSpPr>
        <p:spPr>
          <a:xfrm>
            <a:off x="5204704" y="3179680"/>
            <a:ext cx="651402" cy="65140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8BE61FE-0F08-A087-E849-66D594A633EE}"/>
              </a:ext>
            </a:extLst>
          </p:cNvPr>
          <p:cNvSpPr/>
          <p:nvPr/>
        </p:nvSpPr>
        <p:spPr>
          <a:xfrm>
            <a:off x="6042326" y="3174162"/>
            <a:ext cx="651402" cy="65140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B95E8CA-A9A7-8EA1-427F-E464B3370D68}"/>
              </a:ext>
            </a:extLst>
          </p:cNvPr>
          <p:cNvSpPr/>
          <p:nvPr/>
        </p:nvSpPr>
        <p:spPr>
          <a:xfrm>
            <a:off x="6872072" y="3184553"/>
            <a:ext cx="651402" cy="65140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40F5C6-963D-6660-8BE6-618C36F094D6}"/>
              </a:ext>
            </a:extLst>
          </p:cNvPr>
          <p:cNvSpPr/>
          <p:nvPr/>
        </p:nvSpPr>
        <p:spPr>
          <a:xfrm>
            <a:off x="7701818" y="3181150"/>
            <a:ext cx="651402" cy="65140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3FF273-40DD-69F4-BFD7-1F30152F9E82}"/>
              </a:ext>
            </a:extLst>
          </p:cNvPr>
          <p:cNvSpPr/>
          <p:nvPr/>
        </p:nvSpPr>
        <p:spPr>
          <a:xfrm>
            <a:off x="8503007" y="3181150"/>
            <a:ext cx="651402" cy="65140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BE286F-4DD0-65BD-79DE-7A031695BF9C}"/>
              </a:ext>
            </a:extLst>
          </p:cNvPr>
          <p:cNvSpPr/>
          <p:nvPr/>
        </p:nvSpPr>
        <p:spPr>
          <a:xfrm>
            <a:off x="9304196" y="3181150"/>
            <a:ext cx="651402" cy="65140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8555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UI demonstration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Wang, Jingyan</dc:creator>
  <cp:lastModifiedBy>Wang, Jingyan</cp:lastModifiedBy>
  <cp:revision>4</cp:revision>
  <dcterms:created xsi:type="dcterms:W3CDTF">2024-05-07T20:01:14Z</dcterms:created>
  <dcterms:modified xsi:type="dcterms:W3CDTF">2024-05-07T20:07:07Z</dcterms:modified>
</cp:coreProperties>
</file>